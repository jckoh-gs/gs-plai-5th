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24d30c1a404cbb" /><Relationship Type="http://schemas.openxmlformats.org/officeDocument/2006/relationships/extended-properties" Target="/docProps/app.xml" Id="Re261791ccf6c4ab9" /><Relationship Type="http://schemas.openxmlformats.org/officeDocument/2006/relationships/officeDocument" Target="/ppt/presentation.xml" Id="Rd39510cd45a64dd9" /></Relationships>
</file>

<file path=ppt/presentation.xml><?xml version="1.0" encoding="utf-8"?>
<p:presentation xmlns:p="http://schemas.openxmlformats.org/presentationml/2006/main">
  <p:sldMasterIdLst>
    <p:sldMasterId xmlns:r="http://schemas.openxmlformats.org/officeDocument/2006/relationships" id="2147483648" r:id="Rece1921142a64379"/>
  </p:sldMasterIdLst>
  <p:notesMasterIdLst>
    <p:notesMasterId xmlns:r="http://schemas.openxmlformats.org/officeDocument/2006/relationships" r:id="R2e1ebae4f0994ea6"/>
  </p:notesMasterIdLst>
  <p:sldIdLst>
    <p:sldId xmlns:r="http://schemas.openxmlformats.org/officeDocument/2006/relationships" id="256" r:id="Rf9d44660e1cb45ba"/>
    <p:sldId xmlns:r="http://schemas.openxmlformats.org/officeDocument/2006/relationships" id="257" r:id="R287a53975e3949ad"/>
    <p:sldId xmlns:r="http://schemas.openxmlformats.org/officeDocument/2006/relationships" id="258" r:id="Ra026273bed804985"/>
    <p:sldId xmlns:r="http://schemas.openxmlformats.org/officeDocument/2006/relationships" id="259" r:id="R4aa67b36c8134256"/>
    <p:sldId xmlns:r="http://schemas.openxmlformats.org/officeDocument/2006/relationships" id="260" r:id="R26176f254c684712"/>
    <p:sldId xmlns:r="http://schemas.openxmlformats.org/officeDocument/2006/relationships" id="261" r:id="R0f096973b2ce47e7"/>
    <p:sldId xmlns:r="http://schemas.openxmlformats.org/officeDocument/2006/relationships" id="262" r:id="R2e6bf219ae0a44a4"/>
    <p:sldId xmlns:r="http://schemas.openxmlformats.org/officeDocument/2006/relationships" id="263" r:id="R1b79e9331d1a43a2"/>
    <p:sldId xmlns:r="http://schemas.openxmlformats.org/officeDocument/2006/relationships" id="264" r:id="R0a5bda5762c54502"/>
    <p:sldId xmlns:r="http://schemas.openxmlformats.org/officeDocument/2006/relationships" id="265" r:id="R070a291b26b94149"/>
    <p:sldId xmlns:r="http://schemas.openxmlformats.org/officeDocument/2006/relationships" id="266" r:id="R06a65ebb0855463e"/>
    <p:sldId xmlns:r="http://schemas.openxmlformats.org/officeDocument/2006/relationships" id="267" r:id="R3dcb8659fd8a4a11"/>
    <p:sldId xmlns:r="http://schemas.openxmlformats.org/officeDocument/2006/relationships" id="268" r:id="R25459611f35b4dc1"/>
    <p:sldId xmlns:r="http://schemas.openxmlformats.org/officeDocument/2006/relationships" id="269" r:id="Re1fa4dfcc8fd4a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6eabfc2bc54e9a" /><Relationship Type="http://schemas.openxmlformats.org/officeDocument/2006/relationships/slideMaster" Target="/ppt/slideMasters/slideMaster1.xml" Id="Rece1921142a64379" /><Relationship Type="http://schemas.openxmlformats.org/officeDocument/2006/relationships/notesMaster" Target="/ppt/notesMasters/notesMaster1.xml" Id="R2e1ebae4f0994ea6" /><Relationship Type="http://schemas.openxmlformats.org/officeDocument/2006/relationships/presProps" Target="/ppt/presProps.xml" Id="Rbd3d4c88386a494c" /><Relationship Type="http://schemas.openxmlformats.org/officeDocument/2006/relationships/tableStyles" Target="/ppt/tableStyles.xml" Id="Ref7cbef6bf434bbf" /><Relationship Type="http://schemas.openxmlformats.org/officeDocument/2006/relationships/slide" Target="/ppt/slides/slide1.xml" Id="Rf9d44660e1cb45ba" /><Relationship Type="http://schemas.openxmlformats.org/officeDocument/2006/relationships/slide" Target="/ppt/slides/slide2.xml" Id="R287a53975e3949ad" /><Relationship Type="http://schemas.openxmlformats.org/officeDocument/2006/relationships/slide" Target="/ppt/slides/slide3.xml" Id="Ra026273bed804985" /><Relationship Type="http://schemas.openxmlformats.org/officeDocument/2006/relationships/slide" Target="/ppt/slides/slide4.xml" Id="R4aa67b36c8134256" /><Relationship Type="http://schemas.openxmlformats.org/officeDocument/2006/relationships/slide" Target="/ppt/slides/slide5.xml" Id="R26176f254c684712" /><Relationship Type="http://schemas.openxmlformats.org/officeDocument/2006/relationships/slide" Target="/ppt/slides/slide6.xml" Id="R0f096973b2ce47e7" /><Relationship Type="http://schemas.openxmlformats.org/officeDocument/2006/relationships/slide" Target="/ppt/slides/slide7.xml" Id="R2e6bf219ae0a44a4" /><Relationship Type="http://schemas.openxmlformats.org/officeDocument/2006/relationships/slide" Target="/ppt/slides/slide8.xml" Id="R1b79e9331d1a43a2" /><Relationship Type="http://schemas.openxmlformats.org/officeDocument/2006/relationships/slide" Target="/ppt/slides/slide9.xml" Id="R0a5bda5762c54502" /><Relationship Type="http://schemas.openxmlformats.org/officeDocument/2006/relationships/slide" Target="/ppt/slides/slide10.xml" Id="R070a291b26b94149" /><Relationship Type="http://schemas.openxmlformats.org/officeDocument/2006/relationships/slide" Target="/ppt/slides/slide11.xml" Id="R06a65ebb0855463e" /><Relationship Type="http://schemas.openxmlformats.org/officeDocument/2006/relationships/slide" Target="/ppt/slides/slide12.xml" Id="R3dcb8659fd8a4a11" /><Relationship Type="http://schemas.openxmlformats.org/officeDocument/2006/relationships/slide" Target="/ppt/slides/slide13.xml" Id="R25459611f35b4dc1" /><Relationship Type="http://schemas.openxmlformats.org/officeDocument/2006/relationships/slide" Target="/ppt/slides/slide14.xml" Id="Re1fa4dfcc8fd4a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fbd0c4556741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88da57c0fe4e1e" /><Relationship Type="http://schemas.openxmlformats.org/officeDocument/2006/relationships/notesMaster" Target="/ppt/notesMasters/notesMaster1.xml" Id="R429bb245828942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c4cfb641b54e89" /><Relationship Type="http://schemas.openxmlformats.org/officeDocument/2006/relationships/notesMaster" Target="/ppt/notesMasters/notesMaster1.xml" Id="R854d0eebeb644c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26e662216841eb" /><Relationship Type="http://schemas.openxmlformats.org/officeDocument/2006/relationships/notesMaster" Target="/ppt/notesMasters/notesMaster1.xml" Id="Re1668ffb99994c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17962276244b4d" /><Relationship Type="http://schemas.openxmlformats.org/officeDocument/2006/relationships/notesMaster" Target="/ppt/notesMasters/notesMaster1.xml" Id="Redb3fcdaf2af45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1507b25dcb4873" /><Relationship Type="http://schemas.openxmlformats.org/officeDocument/2006/relationships/notesMaster" Target="/ppt/notesMasters/notesMaster1.xml" Id="R9ae95fc366c04a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cd4045aed741b6" /><Relationship Type="http://schemas.openxmlformats.org/officeDocument/2006/relationships/notesMaster" Target="/ppt/notesMasters/notesMaster1.xml" Id="R9d0717234d6c41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f4705802494e68" /><Relationship Type="http://schemas.openxmlformats.org/officeDocument/2006/relationships/notesMaster" Target="/ppt/notesMasters/notesMaster1.xml" Id="Redc930ed01fa4f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30875bebe34dd8" /><Relationship Type="http://schemas.openxmlformats.org/officeDocument/2006/relationships/notesMaster" Target="/ppt/notesMasters/notesMaster1.xml" Id="R0279e138c5994e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9b1d3c7d814d36" /><Relationship Type="http://schemas.openxmlformats.org/officeDocument/2006/relationships/notesMaster" Target="/ppt/notesMasters/notesMaster1.xml" Id="R8cdb55912eb545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917164d5bc4e36" /><Relationship Type="http://schemas.openxmlformats.org/officeDocument/2006/relationships/notesMaster" Target="/ppt/notesMasters/notesMaster1.xml" Id="Rf0d7f2c38fd14e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2bc215dfd4d4adb" /><Relationship Type="http://schemas.openxmlformats.org/officeDocument/2006/relationships/notesMaster" Target="/ppt/notesMasters/notesMaster1.xml" Id="R3b7756505e3148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5566ee5f05431a" /><Relationship Type="http://schemas.openxmlformats.org/officeDocument/2006/relationships/notesMaster" Target="/ppt/notesMasters/notesMaster1.xml" Id="Rde86d7152e8c45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da5591af604725" /><Relationship Type="http://schemas.openxmlformats.org/officeDocument/2006/relationships/notesMaster" Target="/ppt/notesMasters/notesMaster1.xml" Id="Rb98bf998331844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d1af82598d456a" /><Relationship Type="http://schemas.openxmlformats.org/officeDocument/2006/relationships/notesMaster" Target="/ppt/notesMasters/notesMaster1.xml" Id="R2d6b042bcdb541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../rehearsal/GRID-VPP-demo-ko.mp4</a:t>
            </a:r>
          </a:p>
          <a:p xmlns:a="http://schemas.openxmlformats.org/drawingml/2006/main">
            <a:r>
              <a:t>관련 시간: 00:25–00:59</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기상 입력 모드와 원본 CSV 모드의 차이도 설명합니다.</a:t>
            </a:r>
          </a:p>
          <a:p xmlns:a="http://schemas.openxmlformats.org/drawingml/2006/main">
            <a:r>
              <a:t/>
            </a:r>
          </a:p>
          <a:p xmlns:a="http://schemas.openxmlformats.org/drawingml/2006/main">
            <a:r>
              <a:t>시연 영상: ../rehearsal/GRID-VPP-demo-ko.mp4</a:t>
            </a:r>
          </a:p>
          <a:p xmlns:a="http://schemas.openxmlformats.org/drawingml/2006/main">
            <a:r>
              <a:t>관련 시간: 00:59–01:27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../rehearsal/GRID-VPP-demo-ko.mp4</a:t>
            </a:r>
          </a:p>
          <a:p xmlns:a="http://schemas.openxmlformats.org/drawingml/2006/main">
            <a:r>
              <a:t>관련 시간: 01:27–01:55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통신 단절 중에도 정상 센서는 로컬 저장을 계속합니다. 연결이 복구되면 미확인 배치를 다시 보내며 메시지 식별자는 유지합니다. 센서 수집 중지는 통신 단절과 다르고 결측 구간을 정상 샘플처럼 채우지 않습니다. 재시작 및 백업 복원은 실제 실행 근거가 있는 사례만 결과로 제시합니다.</a:t>
            </a:r>
          </a:p>
          <a:p xmlns:a="http://schemas.openxmlformats.org/drawingml/2006/main">
            <a:r>
              <a:t/>
            </a:r>
          </a:p>
          <a:p xmlns:a="http://schemas.openxmlformats.org/drawingml/2006/main">
            <a:r>
              <a:t>시연 영상: ../rehearsal/GRID-VPP-demo-ko.mp4</a:t>
            </a:r>
          </a:p>
          <a:p xmlns:a="http://schemas.openxmlformats.org/drawingml/2006/main">
            <a:r>
              <a:t>관련 시간: 02:35–03:07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03:07–03:37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최종 배포는 지정한 k3s 문맥과 네임스페이스를 사용합니다. 관리 API와 MQTT 인증을 분리하고 실제 접근 경로와 자격증명 전달 방법을 설명합니다. 영속 데이터 백업은 파일 복사만으로 완료하지 않고 호환 버전의 별도 복원 실행을 확인합니다. 확정 이미지와 커밋은 릴리스 매니페스트에서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아이디어는 PRD 변경과 제품 버전, 시험 증거로 추적합니다. 최종 버전에서 실제 채택하고 구현한 개선만 소개하며 제안 상태의 기능과 구분합니다. 다음 과제는 실제 운영 VPP 및 외부 클라우드 연동, 실물 제조사 프로토콜 등 현재 범위 밖의 요구를 중심으로 결정합니다. 미해결 제약과 우선순위는 인도 문서를 따릅니다.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183a81401d4b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8a647248da42ef" /><Relationship Type="http://schemas.openxmlformats.org/officeDocument/2006/relationships/slideLayout" Target="/ppt/slideLayouts/slideLayout1.xml" Id="Rcf25609ccf6d4d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25609ccf6d4d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d98899c8004081" /><Relationship Type="http://schemas.openxmlformats.org/officeDocument/2006/relationships/notesSlide" Target="/ppt/notesSlides/notesSlide1.xml" Id="Rd5d9a3042eb143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ddfaced6fc4041" /><Relationship Type="http://schemas.openxmlformats.org/officeDocument/2006/relationships/notesSlide" Target="/ppt/notesSlides/notesSlide2.xml" Id="R73c15922605f46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d0ec1d04ce4009" /><Relationship Type="http://schemas.openxmlformats.org/officeDocument/2006/relationships/notesSlide" Target="/ppt/notesSlides/notesSlide3.xml" Id="R79ec5f42d1cd42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91fd53582541d1" /><Relationship Type="http://schemas.openxmlformats.org/officeDocument/2006/relationships/notesSlide" Target="/ppt/notesSlides/notesSlide4.xml" Id="Rffd5f97dfc5346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a26b931f904d34" /><Relationship Type="http://schemas.openxmlformats.org/officeDocument/2006/relationships/image" Target="/ppt/media/image.png" Id="R81148a4a70ef45b4" /><Relationship Type="http://schemas.openxmlformats.org/officeDocument/2006/relationships/notesSlide" Target="/ppt/notesSlides/notesSlide5.xml" Id="R2197ae8fe22f4a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a865b005384688" /><Relationship Type="http://schemas.openxmlformats.org/officeDocument/2006/relationships/image" Target="/ppt/media/image2.png" Id="R91158f1483e0449f" /><Relationship Type="http://schemas.openxmlformats.org/officeDocument/2006/relationships/notesSlide" Target="/ppt/notesSlides/notesSlide6.xml" Id="Rc964023fde6440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457cad868c4a22" /><Relationship Type="http://schemas.openxmlformats.org/officeDocument/2006/relationships/image" Target="/ppt/media/image3.png" Id="Ree3b046fdd864a0a" /><Relationship Type="http://schemas.openxmlformats.org/officeDocument/2006/relationships/notesSlide" Target="/ppt/notesSlides/notesSlide7.xml" Id="R105132e43ea646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821ac771984168" /><Relationship Type="http://schemas.openxmlformats.org/officeDocument/2006/relationships/image" Target="/ppt/media/image4.png" Id="Reee5a97fa93d42e5" /><Relationship Type="http://schemas.openxmlformats.org/officeDocument/2006/relationships/notesSlide" Target="/ppt/notesSlides/notesSlide8.xml" Id="Rc7fc8d171a0445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7fa875e0af4b26" /><Relationship Type="http://schemas.openxmlformats.org/officeDocument/2006/relationships/image" Target="/ppt/media/image5.png" Id="R60fe068b170a4290" /><Relationship Type="http://schemas.openxmlformats.org/officeDocument/2006/relationships/notesSlide" Target="/ppt/notesSlides/notesSlide9.xml" Id="R0383f4a0074340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7c0598e87d249fd" /><Relationship Type="http://schemas.openxmlformats.org/officeDocument/2006/relationships/image" Target="/ppt/media/image6.png" Id="Rfeb1dd30601a4ddc" /><Relationship Type="http://schemas.openxmlformats.org/officeDocument/2006/relationships/notesSlide" Target="/ppt/notesSlides/notesSlide10.xml" Id="R12d54a54261149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504f4dcaaf44e3" /><Relationship Type="http://schemas.openxmlformats.org/officeDocument/2006/relationships/notesSlide" Target="/ppt/notesSlides/notesSlide11.xml" Id="R173ee52a73c948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58bc3e0a824093" /><Relationship Type="http://schemas.openxmlformats.org/officeDocument/2006/relationships/notesSlide" Target="/ppt/notesSlides/notesSlide12.xml" Id="R13f852f073fd41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8381cdfe6c749a7" /><Relationship Type="http://schemas.openxmlformats.org/officeDocument/2006/relationships/notesSlide" Target="/ppt/notesSlides/notesSlide13.xml" Id="Rc7b10e702ccf4d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ca24897aa1444f" /><Relationship Type="http://schemas.openxmlformats.org/officeDocument/2006/relationships/notesSlide" Target="/ppt/notesSlides/notesSlide14.xml" Id="Rfe91dab86aad497e"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FD17C4-6B69-483F-B522-7AB6849FA85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sp>
        <p:nvSpPr>
          <p:cNvPr id="2" name="">
            <a:extLst xmlns:a="http://schemas.openxmlformats.org/drawingml/2006/main">
              <a:ext uri="{FF2B5EF4-FFF2-40B4-BE49-F238E27FC236}">
                <a16:creationId xmlns:a16="http://schemas.microsoft.com/office/drawing/2014/main" id="{325F3D60-1C00-4950-935D-4D89BAAA6F39}"/>
              </a:ext>
            </a:extLst>
          </p:cNvPr>
          <p:cNvSpPr>
            <a:spLocks xmlns:a="http://schemas.openxmlformats.org/drawingml/2006/main" noGrp="1"/>
          </p:cNvSpPr>
          <p:nvPr/>
        </p:nvSpPr>
        <p:spPr>
          <a:xfrm xmlns:a="http://schemas.openxmlformats.org/drawingml/2006/main">
            <a:off x="609600" y="2333625"/>
            <a:ext cx="10972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C4EE82"/>
                </a:solidFill>
                <a:latin typeface="Apple SD Gothic Neo"/>
                <a:ea typeface="Apple SD Gothic Neo"/>
                <a:cs typeface="Apple SD Gothic Neo"/>
              </a:defRPr>
            </a:pPr>
            <a:r>
              <a:rPr sz="3000" b="0">
                <a:solidFill>
                  <a:srgbClr val="C4EE82"/>
                </a:solidFill>
                <a:latin typeface="Apple SD Gothic Neo"/>
                <a:ea typeface="Apple SD Gothic Neo"/>
                <a:cs typeface="Apple SD Gothic Neo"/>
              </a:rPr>
              <a:t>VPP 연동 시험을 위한 가상 현장</a:t>
            </a:r>
          </a:p>
        </p:txBody>
      </p:sp>
      <p:sp>
        <p:nvSpPr>
          <p:cNvPr id="3" name="">
            <a:extLst xmlns:a="http://schemas.openxmlformats.org/drawingml/2006/main">
              <a:ext uri="{FF2B5EF4-FFF2-40B4-BE49-F238E27FC236}">
                <a16:creationId xmlns:a16="http://schemas.microsoft.com/office/drawing/2014/main" id="{36077F7A-0686-4987-8BC0-478467AB0D0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4" name="">
            <a:extLst xmlns:a="http://schemas.openxmlformats.org/drawingml/2006/main">
              <a:ext uri="{FF2B5EF4-FFF2-40B4-BE49-F238E27FC236}">
                <a16:creationId xmlns:a16="http://schemas.microsoft.com/office/drawing/2014/main" id="{7843B355-2BF4-4710-B149-30471CC9A1E4}"/>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제작 준비용 리허설</a:t>
            </a:r>
          </a:p>
        </p:txBody>
      </p:sp>
    </p:spTree>
    <p:extLst>
      <p:ext uri="{BB962C8B-B14F-4D97-AF65-F5344CB8AC3E}">
        <p14:creationId xmlns:p14="http://schemas.microsoft.com/office/powerpoint/2010/main" val="1364030638"/>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715FF0E-7C61-47E4-9CA3-47765A3E9106}"/>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3FB4E144-268D-469E-B058-9F782C5DD622}"/>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 없이 발전 데이터와 제어 경로를 반복 시험합니다.</a:t>
            </a:r>
          </a:p>
        </p:txBody>
      </p:sp>
      <p:sp>
        <p:nvSpPr>
          <p:cNvPr id="3" name="">
            <a:extLst xmlns:a="http://schemas.openxmlformats.org/drawingml/2006/main">
              <a:ext uri="{FF2B5EF4-FFF2-40B4-BE49-F238E27FC236}">
                <a16:creationId xmlns:a16="http://schemas.microsoft.com/office/drawing/2014/main" id="{C7CEBA82-AA87-4D5F-A9C4-295E32C697E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1948142424"/>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369FC97-0839-46AD-B7E4-B22545C8C62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3782AEE1-528B-4A7A-82EB-538EAEC9951C}"/>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 알고리즘, 시장 제출, 제조사 인증은 별도 범위입니다.</a:t>
            </a:r>
          </a:p>
        </p:txBody>
      </p:sp>
      <p:sp>
        <p:nvSpPr>
          <p:cNvPr id="3" name="">
            <a:extLst xmlns:a="http://schemas.openxmlformats.org/drawingml/2006/main">
              <a:ext uri="{FF2B5EF4-FFF2-40B4-BE49-F238E27FC236}">
                <a16:creationId xmlns:a16="http://schemas.microsoft.com/office/drawing/2014/main" id="{6CC7F4B6-2557-434C-ADE0-F7F4DAAFCD22}"/>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8477259"/>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3ED974-B0D2-4FB0-9CA3-3350A9750F0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A4D9786B-A799-453A-88FE-4E45D146A7D5}"/>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BA005EC0-D564-4EF4-9059-151416BD9A37}"/>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CE667990-6F7D-4078-A828-F1CC6C143663}"/>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0F6B04C8-5A4C-469D-B7B6-DB9ABCD90E51}"/>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C8D2544F-B24E-4BEC-B81D-6021C73883CD}"/>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D952156B-852C-4E4C-97CE-3D152020DF64}"/>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420552E5-90D9-4687-9603-FA95C83F515C}"/>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F24FB588-BCCD-470E-8197-C20DB610778A}"/>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54AB9DA5-0ECC-4F66-BCC5-E61900CD414B}"/>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CAD18A56-1C32-4800-9110-A4D03AB0DC68}"/>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989BC654-B65A-46A6-81E3-7D87D2DA1AA9}"/>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6858AC65-3864-4E32-A9C6-26881E4F14DF}"/>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2954B02C-61E5-4305-B733-881AC328CF7A}"/>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1CDEC367-1B43-4A96-ACDE-66F62C8C177D}"/>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D35E6497-EE9E-4DFF-AD8D-6C60995713E3}"/>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75D717D0-2048-4CA9-BD5F-F30ED0B99E11}"/>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A5A52BF7-35AD-4827-BE58-E30D5787941A}"/>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제조사 프로토콜과 시장 입찰은 별도 범위</a:t>
            </a:r>
          </a:p>
        </p:txBody>
      </p:sp>
      <p:sp>
        <p:nvSpPr>
          <p:cNvPr id="19" name="">
            <a:extLst xmlns:a="http://schemas.openxmlformats.org/drawingml/2006/main">
              <a:ext uri="{FF2B5EF4-FFF2-40B4-BE49-F238E27FC236}">
                <a16:creationId xmlns:a16="http://schemas.microsoft.com/office/drawing/2014/main" id="{39BEA7BB-DDDE-4164-9884-57CD5D867464}"/>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110991587"/>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64190C-7BC8-411B-B5F9-D9FBD85833F0}"/>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1148a4a70ef45b4"/>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1051103-7D6D-478D-929E-4E7D64FCE0F1}"/>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2행 합성 CSV를 실제 등록합니다.</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시각·단위·전류 출처를 구분합니다.</a:t>
            </a:r>
          </a:p>
        </p:txBody>
      </p:sp>
      <p:sp>
        <p:nvSpPr>
          <p:cNvPr id="4" name="">
            <a:extLst xmlns:a="http://schemas.openxmlformats.org/drawingml/2006/main">
              <a:ext uri="{FF2B5EF4-FFF2-40B4-BE49-F238E27FC236}">
                <a16:creationId xmlns:a16="http://schemas.microsoft.com/office/drawing/2014/main" id="{E3DF48DF-EF96-467C-BB69-74D37E5599A8}"/>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212106773"/>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A1EF17-0636-4459-B947-7579EAB7B85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1158f1483e0449f"/>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3AC4CBD-5FBC-44B1-A86B-C73977461F1B}"/>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별도 MQTT 요청 125 kW</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관측 actual 125, error 0</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accepted / executing / completed</a:t>
            </a:r>
          </a:p>
        </p:txBody>
      </p:sp>
      <p:sp>
        <p:nvSpPr>
          <p:cNvPr id="4" name="">
            <a:extLst xmlns:a="http://schemas.openxmlformats.org/drawingml/2006/main">
              <a:ext uri="{FF2B5EF4-FFF2-40B4-BE49-F238E27FC236}">
                <a16:creationId xmlns:a16="http://schemas.microsoft.com/office/drawing/2014/main" id="{E9CD3C8A-5DC8-4C34-A90E-6C50CC51155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1340660619"/>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38A7BC-6569-4057-82BE-565641B3F085}"/>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e3b046fdd864a0a"/>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74D853-AD73-443F-9A18-E643C1BB3839}"/>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실제 캔버스 안에서 드래그와 휠로 시점을 조절합니다.</a:t>
            </a:r>
          </a:p>
        </p:txBody>
      </p:sp>
      <p:sp>
        <p:nvSpPr>
          <p:cNvPr id="4" name="">
            <a:extLst xmlns:a="http://schemas.openxmlformats.org/drawingml/2006/main">
              <a:ext uri="{FF2B5EF4-FFF2-40B4-BE49-F238E27FC236}">
                <a16:creationId xmlns:a16="http://schemas.microsoft.com/office/drawing/2014/main" id="{9B61F86C-EDB4-4B7B-9E86-F2C8DCF50796}"/>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1797935695"/>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994142-9B83-4224-8005-D494B2ECE383}"/>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ee5a97fa93d42e5"/>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ABAFA6-5BCD-4D31-AEF1-CE311ACE8546}"/>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독립 RTU의 연결과 수집, 영속 대기열을 확인합니다.</a:t>
            </a:r>
          </a:p>
        </p:txBody>
      </p:sp>
      <p:sp>
        <p:nvSpPr>
          <p:cNvPr id="4" name="">
            <a:extLst xmlns:a="http://schemas.openxmlformats.org/drawingml/2006/main">
              <a:ext uri="{FF2B5EF4-FFF2-40B4-BE49-F238E27FC236}">
                <a16:creationId xmlns:a16="http://schemas.microsoft.com/office/drawing/2014/main" id="{AA3F7358-CF70-4AAC-BB56-80A7DE8780F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1140660173"/>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CBC859-72AD-460C-AFAC-54A84AA2B01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0fe068b170a4290"/>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6693158-6E09-4114-BC69-32FB37ADAA74}"/>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단절과 센서 중단을 주입한 뒤 모든 장애를 해제했습니다.</a:t>
            </a:r>
          </a:p>
        </p:txBody>
      </p:sp>
      <p:sp>
        <p:nvSpPr>
          <p:cNvPr id="4" name="">
            <a:extLst xmlns:a="http://schemas.openxmlformats.org/drawingml/2006/main">
              <a:ext uri="{FF2B5EF4-FFF2-40B4-BE49-F238E27FC236}">
                <a16:creationId xmlns:a16="http://schemas.microsoft.com/office/drawing/2014/main" id="{10020FDA-F943-45F7-AE6A-2A6524FDC58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284872816"/>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FB3D0F-4A81-4A5F-8C31-17BC6895607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eb1dd30601a4ddc"/>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D897CCF-73D0-4B3F-AE37-154B0B747AF1}"/>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시나리오 복원으로 새 runId를 확인하고 연동 가이드를 살펴봅니다.</a:t>
            </a:r>
          </a:p>
        </p:txBody>
      </p:sp>
      <p:sp>
        <p:nvSpPr>
          <p:cNvPr id="4" name="">
            <a:extLst xmlns:a="http://schemas.openxmlformats.org/drawingml/2006/main">
              <a:ext uri="{FF2B5EF4-FFF2-40B4-BE49-F238E27FC236}">
                <a16:creationId xmlns:a16="http://schemas.microsoft.com/office/drawing/2014/main" id="{89550277-66BC-43AF-AFE4-55C0AEF7E0C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148256695"/>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D4A08AF-EAF5-4E5F-A251-F4F9F0C92E7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04CD0D81-FDC1-4A36-B4F9-4B2515EAC344}"/>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리허설 대상은 로컬3101입니다.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영상은 동결한 k3s 릴리스로 새로 녹화합니다.</a:t>
            </a:r>
          </a:p>
        </p:txBody>
      </p:sp>
      <p:sp>
        <p:nvSpPr>
          <p:cNvPr id="3" name="">
            <a:extLst xmlns:a="http://schemas.openxmlformats.org/drawingml/2006/main">
              <a:ext uri="{FF2B5EF4-FFF2-40B4-BE49-F238E27FC236}">
                <a16:creationId xmlns:a16="http://schemas.microsoft.com/office/drawing/2014/main" id="{F019B0CA-8DEB-4A17-A918-451E322924C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1885872591"/>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46125E1-B927-41F9-BECC-2FCC80EBCBF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FD71B092-C153-4C17-8E16-F19AD2A58465}"/>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8장면 실제 UI와 MQTT 흐름 통과</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241.37초 MP4 전체 디코딩</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1080p H.264 / AAC</a:t>
            </a:r>
          </a:p>
        </p:txBody>
      </p:sp>
      <p:sp>
        <p:nvSpPr>
          <p:cNvPr id="3" name="">
            <a:extLst xmlns:a="http://schemas.openxmlformats.org/drawingml/2006/main">
              <a:ext uri="{FF2B5EF4-FFF2-40B4-BE49-F238E27FC236}">
                <a16:creationId xmlns:a16="http://schemas.microsoft.com/office/drawing/2014/main" id="{B519D29E-32E8-4FEB-830D-7E55511E57C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901526681"/>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F0F6D6D-4484-44A1-8214-61C09C91A2E0}"/>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77DECFE0-1ECA-4D23-8E19-DF4CB5320810}"/>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이 제작 회차는 보안 인수 판정이 아닙니다.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취약점 및 이슈 목록을 릴리스와 연결합니다.</a:t>
            </a:r>
          </a:p>
        </p:txBody>
      </p:sp>
      <p:sp>
        <p:nvSpPr>
          <p:cNvPr id="3" name="">
            <a:extLst xmlns:a="http://schemas.openxmlformats.org/drawingml/2006/main">
              <a:ext uri="{FF2B5EF4-FFF2-40B4-BE49-F238E27FC236}">
                <a16:creationId xmlns:a16="http://schemas.microsoft.com/office/drawing/2014/main" id="{FFD57B2E-0B38-4748-8C0A-B81E7CA5C19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992915197"/>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195D160-1D6D-45AD-8745-8844373C3B4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E52A8240-01E3-4B4B-BAE0-A9C036F10C6D}"/>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PRD1.8의 CSV 해석 미리보기 추가 준비</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버전에 포함된 기능만 시연합니다.</a:t>
            </a:r>
          </a:p>
        </p:txBody>
      </p:sp>
      <p:sp>
        <p:nvSpPr>
          <p:cNvPr id="3" name="">
            <a:extLst xmlns:a="http://schemas.openxmlformats.org/drawingml/2006/main">
              <a:ext uri="{FF2B5EF4-FFF2-40B4-BE49-F238E27FC236}">
                <a16:creationId xmlns:a16="http://schemas.microsoft.com/office/drawing/2014/main" id="{AB77E736-1D78-4FA5-921C-64000291948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1494156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2026-09-21T13:02:37.9790000Z</dcterms:created>
  <dcterms:modified xsi:type="dcterms:W3CDTF">2026-09-21T13:02:37.9790000Z</dcterms:modified>
</coreProperties>
</file>