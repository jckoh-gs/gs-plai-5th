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36f293c2a1438d" /><Relationship Type="http://schemas.openxmlformats.org/officeDocument/2006/relationships/extended-properties" Target="/docProps/app.xml" Id="R191bf6e14d1349a1" /><Relationship Type="http://schemas.openxmlformats.org/officeDocument/2006/relationships/officeDocument" Target="/ppt/presentation.xml" Id="Ra007889449fb40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969793be2d4843"/>
  </p:sldMasterIdLst>
  <p:notesMasterIdLst>
    <p:notesMasterId xmlns:r="http://schemas.openxmlformats.org/officeDocument/2006/relationships" r:id="R008250062139425e"/>
  </p:notesMasterIdLst>
  <p:sldIdLst>
    <p:sldId xmlns:r="http://schemas.openxmlformats.org/officeDocument/2006/relationships" id="256" r:id="R4ab0eb82abe84cf2"/>
    <p:sldId xmlns:r="http://schemas.openxmlformats.org/officeDocument/2006/relationships" id="257" r:id="Rd3f9e149a03e426f"/>
    <p:sldId xmlns:r="http://schemas.openxmlformats.org/officeDocument/2006/relationships" id="258" r:id="R3c84b0d43a4c4c8b"/>
    <p:sldId xmlns:r="http://schemas.openxmlformats.org/officeDocument/2006/relationships" id="259" r:id="R3c19980da48149ec"/>
    <p:sldId xmlns:r="http://schemas.openxmlformats.org/officeDocument/2006/relationships" id="260" r:id="Rba986db7593a4214"/>
    <p:sldId xmlns:r="http://schemas.openxmlformats.org/officeDocument/2006/relationships" id="261" r:id="R3531ba1dd4194663"/>
    <p:sldId xmlns:r="http://schemas.openxmlformats.org/officeDocument/2006/relationships" id="262" r:id="Rec8ecd28bd7f4769"/>
    <p:sldId xmlns:r="http://schemas.openxmlformats.org/officeDocument/2006/relationships" id="263" r:id="R183d2627471e4e7b"/>
    <p:sldId xmlns:r="http://schemas.openxmlformats.org/officeDocument/2006/relationships" id="264" r:id="R6a6f38cafac644ed"/>
    <p:sldId xmlns:r="http://schemas.openxmlformats.org/officeDocument/2006/relationships" id="265" r:id="Re7941d3862e64b04"/>
    <p:sldId xmlns:r="http://schemas.openxmlformats.org/officeDocument/2006/relationships" id="266" r:id="Ra9cacc0b12f4409a"/>
    <p:sldId xmlns:r="http://schemas.openxmlformats.org/officeDocument/2006/relationships" id="267" r:id="R3abafc7d7d824a5e"/>
    <p:sldId xmlns:r="http://schemas.openxmlformats.org/officeDocument/2006/relationships" id="268" r:id="R1050abf7835b4bc4"/>
    <p:sldId xmlns:r="http://schemas.openxmlformats.org/officeDocument/2006/relationships" id="269" r:id="R2dabc83ea69540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336681ac1e4525" /><Relationship Type="http://schemas.openxmlformats.org/officeDocument/2006/relationships/slideMaster" Target="/ppt/slideMasters/slideMaster1.xml" Id="Rd6969793be2d4843" /><Relationship Type="http://schemas.openxmlformats.org/officeDocument/2006/relationships/notesMaster" Target="/ppt/notesMasters/notesMaster1.xml" Id="R008250062139425e" /><Relationship Type="http://schemas.openxmlformats.org/officeDocument/2006/relationships/presProps" Target="/ppt/presProps.xml" Id="R82ff1ef429f947e3" /><Relationship Type="http://schemas.openxmlformats.org/officeDocument/2006/relationships/tableStyles" Target="/ppt/tableStyles.xml" Id="R562e900bc63949dd" /><Relationship Type="http://schemas.openxmlformats.org/officeDocument/2006/relationships/slide" Target="/ppt/slides/slide1.xml" Id="R4ab0eb82abe84cf2" /><Relationship Type="http://schemas.openxmlformats.org/officeDocument/2006/relationships/slide" Target="/ppt/slides/slide2.xml" Id="Rd3f9e149a03e426f" /><Relationship Type="http://schemas.openxmlformats.org/officeDocument/2006/relationships/slide" Target="/ppt/slides/slide3.xml" Id="R3c84b0d43a4c4c8b" /><Relationship Type="http://schemas.openxmlformats.org/officeDocument/2006/relationships/slide" Target="/ppt/slides/slide4.xml" Id="R3c19980da48149ec" /><Relationship Type="http://schemas.openxmlformats.org/officeDocument/2006/relationships/slide" Target="/ppt/slides/slide5.xml" Id="Rba986db7593a4214" /><Relationship Type="http://schemas.openxmlformats.org/officeDocument/2006/relationships/slide" Target="/ppt/slides/slide6.xml" Id="R3531ba1dd4194663" /><Relationship Type="http://schemas.openxmlformats.org/officeDocument/2006/relationships/slide" Target="/ppt/slides/slide7.xml" Id="Rec8ecd28bd7f4769" /><Relationship Type="http://schemas.openxmlformats.org/officeDocument/2006/relationships/slide" Target="/ppt/slides/slide8.xml" Id="R183d2627471e4e7b" /><Relationship Type="http://schemas.openxmlformats.org/officeDocument/2006/relationships/slide" Target="/ppt/slides/slide9.xml" Id="R6a6f38cafac644ed" /><Relationship Type="http://schemas.openxmlformats.org/officeDocument/2006/relationships/slide" Target="/ppt/slides/slide10.xml" Id="Re7941d3862e64b04" /><Relationship Type="http://schemas.openxmlformats.org/officeDocument/2006/relationships/slide" Target="/ppt/slides/slide11.xml" Id="Ra9cacc0b12f4409a" /><Relationship Type="http://schemas.openxmlformats.org/officeDocument/2006/relationships/slide" Target="/ppt/slides/slide12.xml" Id="R3abafc7d7d824a5e" /><Relationship Type="http://schemas.openxmlformats.org/officeDocument/2006/relationships/slide" Target="/ppt/slides/slide13.xml" Id="R1050abf7835b4bc4" /><Relationship Type="http://schemas.openxmlformats.org/officeDocument/2006/relationships/slide" Target="/ppt/slides/slide14.xml" Id="R2dabc83ea69540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d8761a42dc44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f2ea7cbf7e4947" /><Relationship Type="http://schemas.openxmlformats.org/officeDocument/2006/relationships/notesMaster" Target="/ppt/notesMasters/notesMaster1.xml" Id="R4dced7c814ef45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b62f7f4ec24598" /><Relationship Type="http://schemas.openxmlformats.org/officeDocument/2006/relationships/notesMaster" Target="/ppt/notesMasters/notesMaster1.xml" Id="R0d1b475411bd4a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dc59f72aa942f7" /><Relationship Type="http://schemas.openxmlformats.org/officeDocument/2006/relationships/notesMaster" Target="/ppt/notesMasters/notesMaster1.xml" Id="Rad995e2c1c174c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7b8a786d674fa4" /><Relationship Type="http://schemas.openxmlformats.org/officeDocument/2006/relationships/notesMaster" Target="/ppt/notesMasters/notesMaster1.xml" Id="R935491f2b6f74b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2fe2051aff464b" /><Relationship Type="http://schemas.openxmlformats.org/officeDocument/2006/relationships/notesMaster" Target="/ppt/notesMasters/notesMaster1.xml" Id="Rce4ee7b3bb6944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70dc6f62f1484a" /><Relationship Type="http://schemas.openxmlformats.org/officeDocument/2006/relationships/notesMaster" Target="/ppt/notesMasters/notesMaster1.xml" Id="Rfc0c01dcbc2249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ddf899686c4f21" /><Relationship Type="http://schemas.openxmlformats.org/officeDocument/2006/relationships/notesMaster" Target="/ppt/notesMasters/notesMaster1.xml" Id="R74689f11c9884b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da875ba6d5461f" /><Relationship Type="http://schemas.openxmlformats.org/officeDocument/2006/relationships/notesMaster" Target="/ppt/notesMasters/notesMaster1.xml" Id="R74f8aefecaca43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cb1aaa25c4465f" /><Relationship Type="http://schemas.openxmlformats.org/officeDocument/2006/relationships/notesMaster" Target="/ppt/notesMasters/notesMaster1.xml" Id="Rfa2a7f9eb0fa4e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1b50406e6e40d8" /><Relationship Type="http://schemas.openxmlformats.org/officeDocument/2006/relationships/notesMaster" Target="/ppt/notesMasters/notesMaster1.xml" Id="Rbe83a8e68ec94b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ca2649e0224301" /><Relationship Type="http://schemas.openxmlformats.org/officeDocument/2006/relationships/notesMaster" Target="/ppt/notesMasters/notesMaster1.xml" Id="R7b7bf4d68cb44d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3067226cea425d" /><Relationship Type="http://schemas.openxmlformats.org/officeDocument/2006/relationships/notesMaster" Target="/ppt/notesMasters/notesMaster1.xml" Id="R6e4d0ea39ac34c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91587f35474e54" /><Relationship Type="http://schemas.openxmlformats.org/officeDocument/2006/relationships/notesMaster" Target="/ppt/notesMasters/notesMaster1.xml" Id="R208244ecc2a44f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76ded11f4047fe" /><Relationship Type="http://schemas.openxmlformats.org/officeDocument/2006/relationships/notesMaster" Target="/ppt/notesMasters/notesMaster1.xml" Id="R7e06c77294f84d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준비용 개요. 최종 검증 결과를 기입합니다.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시연 영상: ../video/GRID-VPP-demo-ko.mp4</a:t>
            </a:r>
          </a:p>
          <a:p xmlns:a="http://schemas.openxmlformats.org/drawingml/2006/main">
            <a:r>
              <a:t>관련 시간: 최종 녹화 후 확정</a:t>
            </a:r>
          </a:p>
          <a:p xmlns:a="http://schemas.openxmlformats.org/drawingml/2006/main">
            <a:r>
              <a:t>근거: </a:t>
            </a:r>
          </a:p>
          <a:p xmlns:a="http://schemas.openxmlformats.org/drawingml/2006/main">
            <a:r>
              <a:t>릴리스 커밋: 94f415103ae0ad7950afce2721b38d560ff350db</a:t>
            </a:r>
          </a:p>
          <a:p xmlns:a="http://schemas.openxmlformats.org/drawingml/2006/main">
            <a:r>
              <a:t>리허설이며 최종 발표자료가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준비용 개요. 최종 검증 결과를 기입합니다.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시연 영상: ../video/GRID-VPP-demo-ko.mp4</a:t>
            </a:r>
          </a:p>
          <a:p xmlns:a="http://schemas.openxmlformats.org/drawingml/2006/main">
            <a:r>
              <a:t>관련 시간: 최종 녹화 후 확정</a:t>
            </a:r>
          </a:p>
          <a:p xmlns:a="http://schemas.openxmlformats.org/drawingml/2006/main">
            <a:r>
              <a:t>근거: </a:t>
            </a:r>
          </a:p>
          <a:p xmlns:a="http://schemas.openxmlformats.org/drawingml/2006/main">
            <a:r>
              <a:t>릴리스 커밋: 94f415103ae0ad7950afce2721b38d560ff350db</a:t>
            </a:r>
          </a:p>
          <a:p xmlns:a="http://schemas.openxmlformats.org/drawingml/2006/main">
            <a:r>
              <a:t>리허설이며 최종 발표자료가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준비용 개요. 최종 검증 결과를 기입합니다.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시연 영상: ../video/GRID-VPP-demo-ko.mp4</a:t>
            </a:r>
          </a:p>
          <a:p xmlns:a="http://schemas.openxmlformats.org/drawingml/2006/main">
            <a:r>
              <a:t>관련 시간: 최종 녹화 후 확정</a:t>
            </a:r>
          </a:p>
          <a:p xmlns:a="http://schemas.openxmlformats.org/drawingml/2006/main">
            <a:r>
              <a:t>근거: </a:t>
            </a:r>
          </a:p>
          <a:p xmlns:a="http://schemas.openxmlformats.org/drawingml/2006/main">
            <a:r>
              <a:t>릴리스 커밋: 94f415103ae0ad7950afce2721b38d560ff350db</a:t>
            </a:r>
          </a:p>
          <a:p xmlns:a="http://schemas.openxmlformats.org/drawingml/2006/main">
            <a:r>
              <a:t>리허설이며 최종 발표자료가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준비용 개요. 최종 검증 결과를 기입합니다.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시연 영상: ../video/GRID-VPP-demo-ko.mp4</a:t>
            </a:r>
          </a:p>
          <a:p xmlns:a="http://schemas.openxmlformats.org/drawingml/2006/main">
            <a:r>
              <a:t>관련 시간: 최종 녹화 후 확정</a:t>
            </a:r>
          </a:p>
          <a:p xmlns:a="http://schemas.openxmlformats.org/drawingml/2006/main">
            <a:r>
              <a:t>근거: </a:t>
            </a:r>
          </a:p>
          <a:p xmlns:a="http://schemas.openxmlformats.org/drawingml/2006/main">
            <a:r>
              <a:t>릴리스 커밋: 94f415103ae0ad7950afce2721b38d560ff350db</a:t>
            </a:r>
          </a:p>
          <a:p xmlns:a="http://schemas.openxmlformats.org/drawingml/2006/main">
            <a:r>
              <a:t>리허설이며 최종 발표자료가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준비용 개요. 최종 검증 결과를 기입합니다.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시연 영상: ../video/GRID-VPP-demo-ko.mp4</a:t>
            </a:r>
          </a:p>
          <a:p xmlns:a="http://schemas.openxmlformats.org/drawingml/2006/main">
            <a:r>
              <a:t>관련 시간: 최종 녹화 후 확정</a:t>
            </a:r>
          </a:p>
          <a:p xmlns:a="http://schemas.openxmlformats.org/drawingml/2006/main">
            <a:r>
              <a:t>근거: </a:t>
            </a:r>
          </a:p>
          <a:p xmlns:a="http://schemas.openxmlformats.org/drawingml/2006/main">
            <a:r>
              <a:t>릴리스 커밋: 94f415103ae0ad7950afce2721b38d560ff350db</a:t>
            </a:r>
          </a:p>
          <a:p xmlns:a="http://schemas.openxmlformats.org/drawingml/2006/main">
            <a:r>
              <a:t>리허설이며 최종 발표자료가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준비용 개요. 최종 검증 결과를 기입합니다.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시연 영상: ../video/GRID-VPP-demo-ko.mp4</a:t>
            </a:r>
          </a:p>
          <a:p xmlns:a="http://schemas.openxmlformats.org/drawingml/2006/main">
            <a:r>
              <a:t>관련 시간: 최종 녹화 후 확정</a:t>
            </a:r>
          </a:p>
          <a:p xmlns:a="http://schemas.openxmlformats.org/drawingml/2006/main">
            <a:r>
              <a:t>근거: </a:t>
            </a:r>
          </a:p>
          <a:p xmlns:a="http://schemas.openxmlformats.org/drawingml/2006/main">
            <a:r>
              <a:t>릴리스 커밋: 94f415103ae0ad7950afce2721b38d560ff350db</a:t>
            </a:r>
          </a:p>
          <a:p xmlns:a="http://schemas.openxmlformats.org/drawingml/2006/main">
            <a:r>
              <a:t>리허설이며 최종 발표자료가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준비용 개요. 최종 검증 결과를 기입합니다.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시연 영상: ../video/GRID-VPP-demo-ko.mp4</a:t>
            </a:r>
          </a:p>
          <a:p xmlns:a="http://schemas.openxmlformats.org/drawingml/2006/main">
            <a:r>
              <a:t>관련 시간: 최종 녹화 후 확정</a:t>
            </a:r>
          </a:p>
          <a:p xmlns:a="http://schemas.openxmlformats.org/drawingml/2006/main">
            <a:r>
              <a:t>근거: </a:t>
            </a:r>
          </a:p>
          <a:p xmlns:a="http://schemas.openxmlformats.org/drawingml/2006/main">
            <a:r>
              <a:t>릴리스 커밋: 94f415103ae0ad7950afce2721b38d560ff350db</a:t>
            </a:r>
          </a:p>
          <a:p xmlns:a="http://schemas.openxmlformats.org/drawingml/2006/main">
            <a:r>
              <a:t>리허설이며 최종 발표자료가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준비용 개요. 최종 검증 결과를 기입합니다.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시연 영상: ../video/GRID-VPP-demo-ko.mp4</a:t>
            </a:r>
          </a:p>
          <a:p xmlns:a="http://schemas.openxmlformats.org/drawingml/2006/main">
            <a:r>
              <a:t>관련 시간: 최종 녹화 후 확정</a:t>
            </a:r>
          </a:p>
          <a:p xmlns:a="http://schemas.openxmlformats.org/drawingml/2006/main">
            <a:r>
              <a:t>근거: </a:t>
            </a:r>
          </a:p>
          <a:p xmlns:a="http://schemas.openxmlformats.org/drawingml/2006/main">
            <a:r>
              <a:t>릴리스 커밋: 94f415103ae0ad7950afce2721b38d560ff350db</a:t>
            </a:r>
          </a:p>
          <a:p xmlns:a="http://schemas.openxmlformats.org/drawingml/2006/main">
            <a:r>
              <a:t>리허설이며 최종 발표자료가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준비용 개요. 최종 검증 결과를 기입합니다.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시연 영상: ../video/GRID-VPP-demo-ko.mp4</a:t>
            </a:r>
          </a:p>
          <a:p xmlns:a="http://schemas.openxmlformats.org/drawingml/2006/main">
            <a:r>
              <a:t>관련 시간: 최종 녹화 후 확정</a:t>
            </a:r>
          </a:p>
          <a:p xmlns:a="http://schemas.openxmlformats.org/drawingml/2006/main">
            <a:r>
              <a:t>근거: </a:t>
            </a:r>
          </a:p>
          <a:p xmlns:a="http://schemas.openxmlformats.org/drawingml/2006/main">
            <a:r>
              <a:t>릴리스 커밋: 94f415103ae0ad7950afce2721b38d560ff350db</a:t>
            </a:r>
          </a:p>
          <a:p xmlns:a="http://schemas.openxmlformats.org/drawingml/2006/main">
            <a:r>
              <a:t>리허설이며 최종 발표자료가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준비용 개요. 최종 검증 결과를 기입합니다.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시연 영상: ../video/GRID-VPP-demo-ko.mp4</a:t>
            </a:r>
          </a:p>
          <a:p xmlns:a="http://schemas.openxmlformats.org/drawingml/2006/main">
            <a:r>
              <a:t>관련 시간: 최종 녹화 후 확정</a:t>
            </a:r>
          </a:p>
          <a:p xmlns:a="http://schemas.openxmlformats.org/drawingml/2006/main">
            <a:r>
              <a:t>근거: </a:t>
            </a:r>
          </a:p>
          <a:p xmlns:a="http://schemas.openxmlformats.org/drawingml/2006/main">
            <a:r>
              <a:t>릴리스 커밋: 94f415103ae0ad7950afce2721b38d560ff350db</a:t>
            </a:r>
          </a:p>
          <a:p xmlns:a="http://schemas.openxmlformats.org/drawingml/2006/main">
            <a:r>
              <a:t>리허설이며 최종 발표자료가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준비용 개요. 최종 검증 결과를 기입합니다.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시연 영상: ../video/GRID-VPP-demo-ko.mp4</a:t>
            </a:r>
          </a:p>
          <a:p xmlns:a="http://schemas.openxmlformats.org/drawingml/2006/main">
            <a:r>
              <a:t>관련 시간: 최종 녹화 후 확정</a:t>
            </a:r>
          </a:p>
          <a:p xmlns:a="http://schemas.openxmlformats.org/drawingml/2006/main">
            <a:r>
              <a:t>근거: </a:t>
            </a:r>
          </a:p>
          <a:p xmlns:a="http://schemas.openxmlformats.org/drawingml/2006/main">
            <a:r>
              <a:t>릴리스 커밋: 94f415103ae0ad7950afce2721b38d560ff350db</a:t>
            </a:r>
          </a:p>
          <a:p xmlns:a="http://schemas.openxmlformats.org/drawingml/2006/main">
            <a:r>
              <a:t>리허설이며 최종 발표자료가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준비용 개요. 최종 검증 결과를 기입합니다.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시연 영상: ../video/GRID-VPP-demo-ko.mp4</a:t>
            </a:r>
          </a:p>
          <a:p xmlns:a="http://schemas.openxmlformats.org/drawingml/2006/main">
            <a:r>
              <a:t>관련 시간: 최종 녹화 후 확정</a:t>
            </a:r>
          </a:p>
          <a:p xmlns:a="http://schemas.openxmlformats.org/drawingml/2006/main">
            <a:r>
              <a:t>근거: </a:t>
            </a:r>
          </a:p>
          <a:p xmlns:a="http://schemas.openxmlformats.org/drawingml/2006/main">
            <a:r>
              <a:t>릴리스 커밋: 94f415103ae0ad7950afce2721b38d560ff350db</a:t>
            </a:r>
          </a:p>
          <a:p xmlns:a="http://schemas.openxmlformats.org/drawingml/2006/main">
            <a:r>
              <a:t>리허설이며 최종 발표자료가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준비용 개요. 최종 검증 결과를 기입합니다.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시연 영상: ../video/GRID-VPP-demo-ko.mp4</a:t>
            </a:r>
          </a:p>
          <a:p xmlns:a="http://schemas.openxmlformats.org/drawingml/2006/main">
            <a:r>
              <a:t>관련 시간: 최종 녹화 후 확정</a:t>
            </a:r>
          </a:p>
          <a:p xmlns:a="http://schemas.openxmlformats.org/drawingml/2006/main">
            <a:r>
              <a:t>근거: </a:t>
            </a:r>
          </a:p>
          <a:p xmlns:a="http://schemas.openxmlformats.org/drawingml/2006/main">
            <a:r>
              <a:t>릴리스 커밋: 94f415103ae0ad7950afce2721b38d560ff350db</a:t>
            </a:r>
          </a:p>
          <a:p xmlns:a="http://schemas.openxmlformats.org/drawingml/2006/main">
            <a:r>
              <a:t>리허설이며 최종 발표자료가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준비용 개요. 최종 검증 결과를 기입합니다.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시연 영상: ../video/GRID-VPP-demo-ko.mp4</a:t>
            </a:r>
          </a:p>
          <a:p xmlns:a="http://schemas.openxmlformats.org/drawingml/2006/main">
            <a:r>
              <a:t>관련 시간: 최종 녹화 후 확정</a:t>
            </a:r>
          </a:p>
          <a:p xmlns:a="http://schemas.openxmlformats.org/drawingml/2006/main">
            <a:r>
              <a:t>근거: </a:t>
            </a:r>
          </a:p>
          <a:p xmlns:a="http://schemas.openxmlformats.org/drawingml/2006/main">
            <a:r>
              <a:t>릴리스 커밋: 94f415103ae0ad7950afce2721b38d560ff350db</a:t>
            </a:r>
          </a:p>
          <a:p xmlns:a="http://schemas.openxmlformats.org/drawingml/2006/main">
            <a:r>
              <a:t>리허설이며 최종 발표자료가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cf8fe72c843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835510ee6b4332" /><Relationship Type="http://schemas.openxmlformats.org/officeDocument/2006/relationships/slideLayout" Target="/ppt/slideLayouts/slideLayout1.xml" Id="Rc421188afba743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21188afba743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78daf7fb64ddb" /><Relationship Type="http://schemas.openxmlformats.org/officeDocument/2006/relationships/notesSlide" Target="/ppt/notesSlides/notesSlide1.xml" Id="R7c9ad3d6c76c4e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f5ae7e44443e6" /><Relationship Type="http://schemas.openxmlformats.org/officeDocument/2006/relationships/notesSlide" Target="/ppt/notesSlides/notesSlide2.xml" Id="Rb1fe56c731414c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476833bb248c8" /><Relationship Type="http://schemas.openxmlformats.org/officeDocument/2006/relationships/notesSlide" Target="/ppt/notesSlides/notesSlide3.xml" Id="R455cadb349ce44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85909c778482d" /><Relationship Type="http://schemas.openxmlformats.org/officeDocument/2006/relationships/notesSlide" Target="/ppt/notesSlides/notesSlide4.xml" Id="R40d3d9ff72e045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7177745374054" /><Relationship Type="http://schemas.openxmlformats.org/officeDocument/2006/relationships/notesSlide" Target="/ppt/notesSlides/notesSlide5.xml" Id="R9d030ab4eef742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9816d02104273" /><Relationship Type="http://schemas.openxmlformats.org/officeDocument/2006/relationships/notesSlide" Target="/ppt/notesSlides/notesSlide6.xml" Id="Rcf5f992c77674b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757084ec84558" /><Relationship Type="http://schemas.openxmlformats.org/officeDocument/2006/relationships/image" Target="/ppt/media/image.png" Id="R5352be71095341b2" /><Relationship Type="http://schemas.openxmlformats.org/officeDocument/2006/relationships/notesSlide" Target="/ppt/notesSlides/notesSlide7.xml" Id="R9ee0e4bec61448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fc8f3d42d40bc" /><Relationship Type="http://schemas.openxmlformats.org/officeDocument/2006/relationships/notesSlide" Target="/ppt/notesSlides/notesSlide8.xml" Id="R6beff3663dc64a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dd49036194ae8" /><Relationship Type="http://schemas.openxmlformats.org/officeDocument/2006/relationships/notesSlide" Target="/ppt/notesSlides/notesSlide9.xml" Id="R8239931dc58944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d34b66b2044fe" /><Relationship Type="http://schemas.openxmlformats.org/officeDocument/2006/relationships/notesSlide" Target="/ppt/notesSlides/notesSlide10.xml" Id="R075c8bf2b34e4b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e2f8a2ab84703" /><Relationship Type="http://schemas.openxmlformats.org/officeDocument/2006/relationships/notesSlide" Target="/ppt/notesSlides/notesSlide11.xml" Id="R5b1e48dc078343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7d034c1504133" /><Relationship Type="http://schemas.openxmlformats.org/officeDocument/2006/relationships/notesSlide" Target="/ppt/notesSlides/notesSlide12.xml" Id="Rc7d31e564b3548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06baadc5b4c0e" /><Relationship Type="http://schemas.openxmlformats.org/officeDocument/2006/relationships/notesSlide" Target="/ppt/notesSlides/notesSlide13.xml" Id="R0a662dfebd6a41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fdf2c31944547" /><Relationship Type="http://schemas.openxmlformats.org/officeDocument/2006/relationships/notesSlide" Target="/ppt/notesSlides/notesSlide14.xml" Id="Rbf0c24d97d3f46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A168F-0297-4B27-BAD5-F7971D3C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GRID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77BCE-188D-40B9-B1BA-09E1841C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rPr>
              <a:t>VPP 연동 시험을 위한 가상 현장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8FFC1-2A60-431C-ADB1-445ACC43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1 /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DBE9A-188F-4AA8-BDF8-2C275C1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제작 준비용 리허설</a:t>
            </a:r>
          </a:p>
        </p:txBody>
      </p:sp>
    </p:spTree>
    <p:extLst>
      <p:ext uri="{BB962C8B-B14F-4D97-AF65-F5344CB8AC3E}">
        <p14:creationId xmlns:p14="http://schemas.microsoft.com/office/powerpoint/2010/main" val="460416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5359D-05F8-4F04-A177-0FA8316D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배경과 시험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582FA-1AD0-4658-B3CC-A1C7E938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실물 설비 없이 발전 데이터와 제어 경로를 반복 시험합니다.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8A2D1-18EB-43C6-BE3A-87634FE3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2 / 14</a:t>
            </a:r>
          </a:p>
        </p:txBody>
      </p:sp>
    </p:spTree>
    <p:extLst>
      <p:ext uri="{BB962C8B-B14F-4D97-AF65-F5344CB8AC3E}">
        <p14:creationId xmlns:p14="http://schemas.microsoft.com/office/powerpoint/2010/main" val="5931453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C3763-DD8E-4FA8-A0AD-85AAD626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시스템 경계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1BC44-4448-40A9-9645-0869C03F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예측·입찰 알고리즘, 시장 제출, 제조사 인증은 별도 범위입니다.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ACB01-5C5A-4D77-802A-E17654E5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3 / 14</a:t>
            </a:r>
          </a:p>
        </p:txBody>
      </p:sp>
    </p:spTree>
    <p:extLst>
      <p:ext uri="{BB962C8B-B14F-4D97-AF65-F5344CB8AC3E}">
        <p14:creationId xmlns:p14="http://schemas.microsoft.com/office/powerpoint/2010/main" val="18826008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431A93-FE7B-4AAE-B9E7-727221D5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양방향 MQTT 아키텍처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17144-BBA8-41A6-AE3C-36A1CE51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발전 데이터와 실제 제어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D7330-F9BA-4C88-BE62-0CADE857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190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827"/>
          </a:solidFill>
          <a:ln xmlns:a="http://schemas.openxmlformats.org/drawingml/2006/main" w="9525">
            <a:solidFill>
              <a:srgbClr val="577A5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EBBD2-B393-40C1-A920-BBF44AB4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0512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rPr>
              <a:t>SCADA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4E14B-0348-4CB4-A4EE-16A84C51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A8293-5FE6-4908-A40E-29977655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9336F-C2FB-477E-9B0A-CCC8F1EF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67000"/>
            <a:ext cx="2190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827"/>
          </a:solidFill>
          <a:ln xmlns:a="http://schemas.openxmlformats.org/drawingml/2006/main" w="9525">
            <a:solidFill>
              <a:srgbClr val="577A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8A1E0-84D5-4609-A2F7-8787387F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0512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rPr>
              <a:t>RTU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38002-BC80-42D5-A9C6-DED6C6F8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813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303CE-1CD8-410F-AFDA-AC6CD54B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624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96458-0D34-4C2F-BC18-618F97F6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2190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827"/>
          </a:solidFill>
          <a:ln xmlns:a="http://schemas.openxmlformats.org/drawingml/2006/main" w="9525">
            <a:solidFill>
              <a:srgbClr val="577A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77293-7384-4944-9BB7-32783D1A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0512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rPr>
              <a:t>MQTT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F32BA-DFD8-451B-8CAF-67B225B1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2D961-516E-4AD2-BECA-785013E7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624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93D26-3C4B-4914-B21D-5D827C3E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2190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827"/>
          </a:solidFill>
          <a:ln xmlns:a="http://schemas.openxmlformats.org/drawingml/2006/main" w="9525">
            <a:solidFill>
              <a:srgbClr val="577A5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723FF-1207-4300-9B2D-84094D99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0512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C4EE82"/>
                </a:solidFill>
                <a:latin typeface="Apple SD Gothic Neo"/>
                <a:ea typeface="Apple SD Gothic Neo"/>
                <a:cs typeface="Apple SD Gothic Neo"/>
              </a:rPr>
              <a:t>외부 VPP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7347B-BE3F-44C0-8B99-F4271DE1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목표값 검증과 SCADA 전달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7DC631-83D2-4C74-AF72-5D2891C9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제조사 프로토콜과 시장 입찰은 별도 범위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317C03-8E6E-46BF-B5E2-70A2F5FD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4 / 14</a:t>
            </a:r>
          </a:p>
        </p:txBody>
      </p:sp>
    </p:spTree>
    <p:extLst>
      <p:ext uri="{BB962C8B-B14F-4D97-AF65-F5344CB8AC3E}">
        <p14:creationId xmlns:p14="http://schemas.microsoft.com/office/powerpoint/2010/main" val="14178055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D9EAC-96F3-4AB1-AE55-F46A6E36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CSV에서 일 초 SCADA 데이터까지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E2EEC-D35F-4981-9C28-9893922C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십 분 원본의 시각과 단위를 해석하고 일 초 샘플을 생성합니다.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2ECAD-8BFE-4E25-8E3C-CE8FDF74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5 / 14</a:t>
            </a:r>
          </a:p>
        </p:txBody>
      </p:sp>
    </p:spTree>
    <p:extLst>
      <p:ext uri="{BB962C8B-B14F-4D97-AF65-F5344CB8AC3E}">
        <p14:creationId xmlns:p14="http://schemas.microsoft.com/office/powerpoint/2010/main" val="1189557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F510B-E1AD-4174-9023-F6D4978D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목표 출력 제어와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94A08-A2AA-415D-BD60-1A205F9B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수락, 실행, 실제 도달을 구분해 기록합니다.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E44DC-C497-4900-95D4-9CA8338D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6 / 14</a:t>
            </a:r>
          </a:p>
        </p:txBody>
      </p:sp>
    </p:spTree>
    <p:extLst>
      <p:ext uri="{BB962C8B-B14F-4D97-AF65-F5344CB8AC3E}">
        <p14:creationId xmlns:p14="http://schemas.microsoft.com/office/powerpoint/2010/main" val="18395627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56DBD-B643-4F61-8DC0-CFFBB50B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대시보드와 삼차원 현장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2be71095341b2"/>
          <a:stretch xmlns:a="http://schemas.openxmlformats.org/drawingml/2006/main"/>
        </p:blipFill>
        <p:spPr>
          <a:xfrm xmlns:a="http://schemas.openxmlformats.org/drawingml/2006/main">
            <a:off x="612775" y="1504950"/>
            <a:ext cx="7518400" cy="4229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0C134-8DEA-4EFB-86EE-6926EC63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66875"/>
            <a:ext cx="31623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실제 대시보드에서 발전 상태와 현장 제어를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22F0D-0E0E-4BFF-BA50-F4816476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7 / 14</a:t>
            </a:r>
          </a:p>
        </p:txBody>
      </p:sp>
    </p:spTree>
    <p:extLst>
      <p:ext uri="{BB962C8B-B14F-4D97-AF65-F5344CB8AC3E}">
        <p14:creationId xmlns:p14="http://schemas.microsoft.com/office/powerpoint/2010/main" val="5446141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35BFE-0B03-4185-ADEE-B42381F5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독립 RTU와 전송 메트릭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8E388-DBC4-4430-A38D-6F5B9214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연결·건강·전송·대기 상태를 관측합니다.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B82DD-1B3A-44FA-AA1B-5E0335B4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8 / 14</a:t>
            </a:r>
          </a:p>
        </p:txBody>
      </p:sp>
    </p:spTree>
    <p:extLst>
      <p:ext uri="{BB962C8B-B14F-4D97-AF65-F5344CB8AC3E}">
        <p14:creationId xmlns:p14="http://schemas.microsoft.com/office/powerpoint/2010/main" val="19066789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DE474-4CCA-4DBF-8CEA-7CE597D9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장애 주입과 재시작 복구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040A4-65D8-4726-BF93-08F3BC20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최종 검증에서 실제 통과한 장애·복원 사례를 기입합니다.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41488-63F8-43B9-A22F-B2A3AC96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9 / 14</a:t>
            </a:r>
          </a:p>
        </p:txBody>
      </p:sp>
    </p:spTree>
    <p:extLst>
      <p:ext uri="{BB962C8B-B14F-4D97-AF65-F5344CB8AC3E}">
        <p14:creationId xmlns:p14="http://schemas.microsoft.com/office/powerpoint/2010/main" val="12861097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B1190-E8C0-4119-BE5D-04D1AE51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시나리오와 외부 연동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F070B-FB03-4F7C-8032-41E5D86F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재생 조건과 실행 식별자를 구분합니다.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8A414-B70C-4EAD-87D4-5D967F3A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10 / 14</a:t>
            </a:r>
          </a:p>
        </p:txBody>
      </p:sp>
    </p:spTree>
    <p:extLst>
      <p:ext uri="{BB962C8B-B14F-4D97-AF65-F5344CB8AC3E}">
        <p14:creationId xmlns:p14="http://schemas.microsoft.com/office/powerpoint/2010/main" val="16851706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CFA01-B780-4E47-BE04-F54B6A37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k3s 배포와 운영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505D3-84B6-4AEF-B677-0B72CE59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최종 이미지·인증된 접근·영속 백업 경로를 기입합니다.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D0900-A96F-493D-9963-8014C316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2916243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FDD64-4A09-4E60-813C-32EFCB2B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검증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AEF6B-44E3-43E5-89DF-1883B4C6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로컬, k3s, 외부 VPP/AWS 검증 상태를 구분해 기입합니다.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214E1-13BF-4A7A-A999-C15502F0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13336689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F6A88-E37C-49A5-BD02-0E0AED4E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보안과 미해결 이슈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5EF93-DEF6-4A46-8BF5-CE91690B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해결된 패치와 수용한 잔여 위험을 근거 문서에 맞춰 기입합니다.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6D4FA-0760-4744-AC9D-BC9A173A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10112977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D228D-6FE7-4528-9F98-58FEF4F2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버전별 개선과 다음 과제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F79F0-615D-4A57-8BB4-318C9B06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EAF1E8"/>
                </a:solidFill>
                <a:latin typeface="Apple SD Gothic Neo"/>
                <a:ea typeface="Apple SD Gothic Neo"/>
                <a:cs typeface="Apple SD Gothic Neo"/>
              </a:rPr>
              <a:t>채택 아이디어와 검증 범위, 다음 연동 과제를 기입합니다.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E5172-8661-494F-BE76-7476B039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62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DBDAC"/>
                </a:solidFill>
                <a:latin typeface="Apple SD Gothic Neo"/>
                <a:ea typeface="Apple SD Gothic Neo"/>
                <a:cs typeface="Apple SD Gothic Neo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8324476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2026-09-21T09:10:10.4790000Z</dcterms:created>
  <dcterms:modified xsi:type="dcterms:W3CDTF">2026-09-21T09:10:10.4790000Z</dcterms:modified>
</coreProperties>
</file>