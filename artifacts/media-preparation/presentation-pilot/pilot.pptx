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1d00b038941db" /><Relationship Type="http://schemas.openxmlformats.org/officeDocument/2006/relationships/extended-properties" Target="/docProps/app.xml" Id="Rafa5800864414445" /><Relationship Type="http://schemas.openxmlformats.org/officeDocument/2006/relationships/officeDocument" Target="/ppt/presentation.xml" Id="R61660c6cac9b42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460c94789f41d0"/>
  </p:sldMasterIdLst>
  <p:notesMasterIdLst>
    <p:notesMasterId xmlns:r="http://schemas.openxmlformats.org/officeDocument/2006/relationships" r:id="R8ecba20d5b3d495d"/>
  </p:notesMasterIdLst>
  <p:sldIdLst>
    <p:sldId xmlns:r="http://schemas.openxmlformats.org/officeDocument/2006/relationships" id="256" r:id="R372ef92ea0334201"/>
    <p:sldId xmlns:r="http://schemas.openxmlformats.org/officeDocument/2006/relationships" id="257" r:id="R2c6a6261888e4c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98e672057d425b" /><Relationship Type="http://schemas.openxmlformats.org/officeDocument/2006/relationships/slideMaster" Target="/ppt/slideMasters/slideMaster1.xml" Id="R64460c94789f41d0" /><Relationship Type="http://schemas.openxmlformats.org/officeDocument/2006/relationships/notesMaster" Target="/ppt/notesMasters/notesMaster1.xml" Id="R8ecba20d5b3d495d" /><Relationship Type="http://schemas.openxmlformats.org/officeDocument/2006/relationships/presProps" Target="/ppt/presProps.xml" Id="R2eb6a157fddd4f26" /><Relationship Type="http://schemas.openxmlformats.org/officeDocument/2006/relationships/tableStyles" Target="/ppt/tableStyles.xml" Id="R488432ec84854503" /><Relationship Type="http://schemas.openxmlformats.org/officeDocument/2006/relationships/slide" Target="/ppt/slides/slide1.xml" Id="R372ef92ea0334201" /><Relationship Type="http://schemas.openxmlformats.org/officeDocument/2006/relationships/slide" Target="/ppt/slides/slide2.xml" Id="R2c6a6261888e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adaffe33a74d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3a17e0173e4d31" /><Relationship Type="http://schemas.openxmlformats.org/officeDocument/2006/relationships/notesMaster" Target="/ppt/notesMasters/notesMaster1.xml" Id="Rb9b1b754b66f46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73da07bf364845" /><Relationship Type="http://schemas.openxmlformats.org/officeDocument/2006/relationships/notesMaster" Target="/ppt/notesMasters/notesMaster1.xml" Id="Rbb812beb7d3946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파일은 한글 편집·내보내기·렌더링 도구의 사전 점검입니다. 최종 제품이나 배포 성공을 주장하지 않습니다. 최종 발표자료는 검증 버전의 시연 영상 제작 이후 확정합니다.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도형·텍스트로 구성한 구조도 시험입니다. 데이터는 SCADA에서 외부 VPP로, 제어 목표는 반대 방향으로 전달됩니다. 최종 슬라이드에는 실제 영상 타임코드와 검증한 배포 버전을 붙입니다.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3d369f5aa41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08a2f79bb94bb3" /><Relationship Type="http://schemas.openxmlformats.org/officeDocument/2006/relationships/slideLayout" Target="/ppt/slideLayouts/slideLayout1.xml" Id="R80c54c0ea29d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c54c0ea29d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b5b3ba0ed4590" /><Relationship Type="http://schemas.openxmlformats.org/officeDocument/2006/relationships/notesSlide" Target="/ppt/notesSlides/notesSlide1.xml" Id="Reae1dbd464f74e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7edbbdb35460e" /><Relationship Type="http://schemas.openxmlformats.org/officeDocument/2006/relationships/notesSlide" Target="/ppt/notesSlides/notesSlide2.xml" Id="R8dae8f112bdf46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E1B12-D717-42E9-8153-965BB5F0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F99AB-8B39-40F3-AF39-95AB986B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VPP 연동 시험을 위한 가상 현장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40BFC-35EF-4B98-96DA-FC55E11F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SCADA · RTU · MQTT 에뮬레이터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C58B3-B394-4749-B1B5-9CDCA1D1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제작 도구 사전 검증 · 최종 발표자료 아님</a:t>
            </a:r>
          </a:p>
        </p:txBody>
      </p:sp>
    </p:spTree>
    <p:extLst>
      <p:ext uri="{BB962C8B-B14F-4D97-AF65-F5344CB8AC3E}">
        <p14:creationId xmlns:p14="http://schemas.microsoft.com/office/powerpoint/2010/main" val="97646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0F6FC-0EED-4036-9336-BE066050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데이터와 제어의 양방향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1E7B8-EB7D-445A-8E14-9648A52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CA2B4-1746-4306-A270-EC26D2D5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SCADA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78D02-4BF9-46AA-B276-C4FB4AED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C0D7C-201C-4930-8DDF-B3F6D13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7655C-E767-47D8-B5C1-BDD21335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44061-B580-4D1A-9D6B-4E760D96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14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RTU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299D1-4B9D-4FA3-AC22-92C3466D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1415D-0235-4FB0-82A4-4A124C40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481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21D8B-F411-4E3B-9127-B49632D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50F01-9647-4D77-9970-B2F1C5E2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14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MQTT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378EA-3BDC-43B0-B880-C795CE5E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0FC94-9ED2-404C-876F-32ACD21D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22289-CD5A-43C1-BF87-3B4AC85F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2A02C-C6DA-4F08-808D-9B91F885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14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VPP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897EC-125C-4C20-95DA-1F2DB0B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전체 발전 데이터와 출력 피드백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894B2-442D-4642-B532-622C33E3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목표값 → 검증·변환 → SCADA 제어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9516B-FF34-40C3-9B2A-B5E2A31A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실물 SCADA 프로토콜과 예측·입찰 알고리즘은 별도 범위</a:t>
            </a:r>
          </a:p>
        </p:txBody>
      </p:sp>
    </p:spTree>
    <p:extLst>
      <p:ext uri="{BB962C8B-B14F-4D97-AF65-F5344CB8AC3E}">
        <p14:creationId xmlns:p14="http://schemas.microsoft.com/office/powerpoint/2010/main" val="2090943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2026-09-21T08:33:36.5830000Z</dcterms:created>
  <dcterms:modified xsi:type="dcterms:W3CDTF">2026-09-21T08:33:36.5830000Z</dcterms:modified>
</coreProperties>
</file>